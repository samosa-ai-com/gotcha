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400"/>
      </a:lvl1pPr>
    </p:bodyStyle>
    <p:otherStyle>
      <a:lvl1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4400" b="1"/>
              <a:t>Project Falcon — Quarterly Review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rPr lang="en-US" sz="2400"/>
              <a:t>Launch report for the Q3 beta</a:t>
            </a:r>
          </a:p>
          <a:p>
            <a:r>
              <a:rPr lang="en-US" sz="2400"/>
              <a:t>Prepared by the Falcon team</a:t>
            </a:r>
          </a:p>
          <a:p>
            <a:r>
              <a:rPr lang="en-US" sz="2400"/>
              <a:t>1,017 active users and growing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4400" b="1"/>
              <a:t>Document attachments in chat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rPr lang="en-US" sz="2400"/>
              <a:t>PDF, DOCX, XLSX, PPTX and plain text</a:t>
            </a:r>
          </a:p>
          <a:p>
            <a:r>
              <a:rPr lang="en-US" sz="2400"/>
              <a:t>Extracted text goes straight to the model</a:t>
            </a:r>
          </a:p>
          <a:p>
            <a:r>
              <a:rPr lang="en-US" sz="2400"/>
              <a:t>Truncation and errors are surfaced to the user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4400" b="1"/>
              <a:t>What's next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rPr lang="en-US" sz="2400"/>
              <a:t>Multi-attachment support</a:t>
            </a:r>
          </a:p>
          <a:p>
            <a:r>
              <a:rPr lang="en-US" sz="2400"/>
              <a:t>Share-sheet integration</a:t>
            </a:r>
          </a:p>
          <a:p>
            <a:r>
              <a:rPr lang="en-US" sz="2400"/>
              <a:t>Per-format success metrics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